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79" r:id="rId3"/>
    <p:sldId id="375" r:id="rId4"/>
    <p:sldId id="376" r:id="rId5"/>
    <p:sldId id="380" r:id="rId6"/>
    <p:sldId id="381" r:id="rId7"/>
    <p:sldId id="382" r:id="rId8"/>
    <p:sldId id="383" r:id="rId9"/>
    <p:sldId id="373" r:id="rId10"/>
    <p:sldId id="384" r:id="rId11"/>
    <p:sldId id="3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9A80-7C9F-1728-A3C6-CAF2D81B6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03CD9-2BC6-39D6-1C55-413F2925E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7D40-5A27-8AAA-D700-92FABAB2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0BFD9-69AD-FAA7-6AAE-F007A71B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8E718-2ED6-D448-B429-D1527FB5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9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31F5-C7EB-2BEE-AA42-F098550F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3B58-2654-B6F7-3844-7A8840069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426B3-CD28-F25B-052B-0C20F142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17385-EB67-CB5C-1AAA-54874E63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2509B-BAB6-169A-6065-C570BB1A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86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A0B2-663F-912E-4FA0-E6272AB8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003C1-7EB0-4F86-632F-72ADDA64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E8DC-35EC-2396-B62C-62E5419D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1883-FEB7-3BD1-1BF2-588007A2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BC4A9-3903-6F2B-A91A-B43B1C1C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7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BE5E-F31C-9FE1-9BAE-5F9866DA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0AF9A-7648-6B56-34BF-F6AC86B51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000B4-7E68-E6EF-D481-948C32FD4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E10DC-A073-D679-7691-E8F5001A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8E97A-53E8-3531-0CBD-09962E01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D1874-0476-18C0-3901-F3057B19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8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6347-A0D1-1611-B98D-7BBC8318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2F3E5-F7FA-9D14-DB97-05980E9D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32B7D-FADB-419F-316A-0DF73CE2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0962D-D73F-F47B-F984-43624026D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A86B0-73F0-E408-323E-D06855C59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F4964-F9FF-165B-8FA4-D85B0CB3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19B79-9B08-1ED9-9C11-A99BB7F4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FFD80-976A-8B07-07D2-04B64F8E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3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E998C-D7AA-C528-0796-0D36123E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E6C2D-AF40-794F-C5BD-14D9D8A6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A717D-5B16-DEC5-92F5-4152206B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B0AAE-368A-64F8-2165-7F930C9E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7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D47F9-CDC4-8BC1-B801-80EF72D4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BDCF3-559F-12C1-AA7D-7B687A09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AABD3-BF75-AA9C-867E-164AD6FE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9BA0-F00D-5D2B-27AF-AFDB1C5A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3FC4-4C89-6FBE-1A5D-ADC29A897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C997E-2545-53F8-ED16-606103C72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083CC-5F3C-82E6-00DF-4F287517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95B99-C759-C320-9605-76D4D2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5D03C-4DF2-77AC-F74D-A7089A97C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365A-66F2-D7B9-2128-F3B0D4C4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C8F50-AA28-34F1-A8E8-13AB4E3ED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2F951-36DD-6BFA-5AE4-123CF1EBD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004C3-985D-93A1-8BFF-0CE77792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76E03-6B38-83F0-8D95-B390EAE0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C427F-71A1-7A0B-A5EB-D4610573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4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5658-7A0C-3703-5F75-CF16A1F1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85DBB-7C3E-98CF-01C0-5E4785146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A808-8C78-49F9-0F4D-47273AB4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18EC2-1D9C-6593-7689-06D3B2868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AF5F-9AEA-41D5-7B10-90E2FD1C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A7252-C9E7-9CD0-5FC8-EB5F7FEC0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67DBA-CE4F-DEDB-6802-8D1E2E875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D26BA-0BE5-46FE-7DA4-420737CA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8334D-6535-B01E-1DA5-72A854E9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DA5A-39AD-5389-A422-876938A3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7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B3B0E-FFBE-9C46-38DE-F9324C91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3E463-F060-F8A3-A280-90707DECD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13D79-4BBC-3A5D-B3BF-30017E0EC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CB553-1E16-4FDB-8936-5337DFD3229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DB51-5B5E-87BB-7A63-E910E4422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D6BEE-EFCE-31D7-4FCF-6D3853253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25321-D861-4680-AAB1-0EE0D99B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8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Real-Time Ingredient Recognition and Recipe Generator  </a:t>
            </a: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62888" y="5183902"/>
            <a:ext cx="4801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 err="1">
                <a:solidFill>
                  <a:srgbClr val="FF0000"/>
                </a:solidFill>
              </a:rPr>
              <a:t>Mrs.Y.Nirmala</a:t>
            </a:r>
            <a:r>
              <a:rPr lang="en-IN" altLang="en-US" sz="2000" b="1" dirty="0">
                <a:solidFill>
                  <a:srgbClr val="FF0000"/>
                </a:solidFill>
              </a:rPr>
              <a:t> Anandhi 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130143" y="5183902"/>
            <a:ext cx="506185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</a:rPr>
              <a:t>Sanjay B (221801045)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</a:rPr>
              <a:t>Soorya B (221801051)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 err="1">
                <a:solidFill>
                  <a:srgbClr val="FF0000"/>
                </a:solidFill>
              </a:rPr>
              <a:t>Thofiq</a:t>
            </a:r>
            <a:r>
              <a:rPr lang="en-IN" altLang="en-US" sz="2000" b="1" dirty="0">
                <a:solidFill>
                  <a:srgbClr val="FF0000"/>
                </a:solidFill>
              </a:rPr>
              <a:t> Gani M (221801057)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Data Science</a:t>
            </a:r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dirty="0"/>
              <a:t>Manual recipe planning is time-consuming, often leading to food waste due to unused ingredients. Existing apps lack real-time ingredient recognition and dynamic recipe generation, limiting user convenience and efficiency in meal </a:t>
            </a:r>
            <a:r>
              <a:rPr lang="en-US" sz="2000" dirty="0" err="1"/>
              <a:t>preparation.The</a:t>
            </a:r>
            <a:r>
              <a:rPr lang="en-US" sz="2000" dirty="0"/>
              <a:t> </a:t>
            </a:r>
            <a:r>
              <a:rPr lang="en-US" sz="2000" b="1" dirty="0"/>
              <a:t>Motivation</a:t>
            </a:r>
            <a:r>
              <a:rPr lang="en-US" sz="2000" dirty="0"/>
              <a:t> growing need for smart kitchen solutions to minimize food waste, simplify cooking, and assist users in creating meals from available ingredients motivates this project. AI-driven automation can enhance culinary experiences while promoting sustainability.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Methodology</a:t>
            </a:r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F1A9A7-AAC5-B90F-971E-4296DB788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233" y="2205845"/>
            <a:ext cx="107699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works in four main stages. First,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and Input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upload or capture an image of ingredients in real time. The image is preprocessed by resizing and enhancing it to make it suitable for detection. Next,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Ingredient Detection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YOLO model to detect and identify multiple ingredients present in the image. It outputs a list of ingredients with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such as “tomato,” “onion,” or “potato.” Then,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Recipe Retrieval and Generation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detected ingredients and searches a recipe dataset (CSV file) to find matching recipes. A BERT-based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refines and generates clear, step-by-step recipe instructions with proper measurements.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Finally,the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and Display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presents the complete recipe in a user-friendly format, including the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ingredient list, cooking steps, and optionally images or videos. This step ensures the user receives a well-structured and visually appealing recipe based on the ingredients they have.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2743-9447-7B09-CA61-16D32E2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83FF-1621-16ED-0755-17F36080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588BE-3739-3486-F682-E15EB09C4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User Interface &amp; Input Module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Provides an interactive interface for the user.</a:t>
            </a:r>
          </a:p>
          <a:p>
            <a:r>
              <a:rPr lang="en-US" sz="2000" dirty="0"/>
              <a:t>Allows users to </a:t>
            </a:r>
            <a:r>
              <a:rPr lang="en-US" sz="2000" b="1" dirty="0"/>
              <a:t>upload images</a:t>
            </a:r>
            <a:r>
              <a:rPr lang="en-US" sz="2000" dirty="0"/>
              <a:t> or </a:t>
            </a:r>
            <a:r>
              <a:rPr lang="en-US" sz="2000" b="1" dirty="0"/>
              <a:t>capture images via camera</a:t>
            </a:r>
            <a:r>
              <a:rPr lang="en-US" sz="2000" dirty="0"/>
              <a:t>.</a:t>
            </a:r>
          </a:p>
          <a:p>
            <a:r>
              <a:rPr lang="en-US" sz="2000" dirty="0"/>
              <a:t>Performs </a:t>
            </a:r>
            <a:r>
              <a:rPr lang="en-US" sz="2000" b="1" dirty="0"/>
              <a:t>initial preprocessing</a:t>
            </a:r>
            <a:r>
              <a:rPr lang="en-US" sz="2000" dirty="0"/>
              <a:t> of images:</a:t>
            </a:r>
          </a:p>
          <a:p>
            <a:pPr lvl="1"/>
            <a:r>
              <a:rPr lang="en-US" sz="2000" dirty="0"/>
              <a:t>Resizing to standard dimensions.</a:t>
            </a:r>
          </a:p>
          <a:p>
            <a:pPr lvl="1"/>
            <a:r>
              <a:rPr lang="en-US" sz="2000" dirty="0"/>
              <a:t>Color normalization or enhancement.</a:t>
            </a:r>
          </a:p>
          <a:p>
            <a:pPr lvl="1"/>
            <a:r>
              <a:rPr lang="en-US" sz="2000" dirty="0"/>
              <a:t>Optional noise reduction.</a:t>
            </a:r>
          </a:p>
          <a:p>
            <a:r>
              <a:rPr lang="en-US" sz="2000" dirty="0"/>
              <a:t>Ensures the image is ready for the detection module.</a:t>
            </a:r>
          </a:p>
          <a:p>
            <a:r>
              <a:rPr lang="en-US" sz="2000" b="1" dirty="0"/>
              <a:t>Input:</a:t>
            </a:r>
            <a:r>
              <a:rPr lang="en-US" sz="2000" dirty="0"/>
              <a:t> User image (camera capture or upload).</a:t>
            </a:r>
          </a:p>
          <a:p>
            <a:r>
              <a:rPr lang="en-US" sz="2000" b="1" dirty="0"/>
              <a:t>Output:</a:t>
            </a:r>
            <a:r>
              <a:rPr lang="en-US" sz="2000" dirty="0"/>
              <a:t> Preprocessed image ready for ingredient detection.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24C7B-0551-E431-AB8A-63BE8015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7C2E-55F8-06C4-7E9A-E7765AB4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7EC3D-92D5-FB8B-ECFD-F3E38454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6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B15AC-E149-AC29-279C-97F079FC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57FA-99AD-9F48-45ED-9D3A8885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6B45C-4481-AF86-649F-D3E55D87E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Ingredient Detection Module (YOLOv12)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Detects and identifies </a:t>
            </a:r>
            <a:r>
              <a:rPr lang="en-US" sz="2000" b="1" dirty="0"/>
              <a:t>multiple ingredients</a:t>
            </a:r>
            <a:r>
              <a:rPr lang="en-US" sz="2000" dirty="0"/>
              <a:t> in real time.</a:t>
            </a:r>
          </a:p>
          <a:p>
            <a:r>
              <a:rPr lang="en-US" sz="2000" dirty="0"/>
              <a:t>Uses a </a:t>
            </a:r>
            <a:r>
              <a:rPr lang="en-US" sz="2000" b="1" dirty="0"/>
              <a:t>YOLOv12 object detection model</a:t>
            </a:r>
            <a:r>
              <a:rPr lang="en-US" sz="2000" dirty="0"/>
              <a:t> for fast and accurate recognition.</a:t>
            </a:r>
          </a:p>
          <a:p>
            <a:r>
              <a:rPr lang="en-US" sz="2000" dirty="0"/>
              <a:t>Processes the preprocessed image from the UI module.</a:t>
            </a:r>
          </a:p>
          <a:p>
            <a:r>
              <a:rPr lang="en-US" sz="2000" dirty="0"/>
              <a:t>Generates a </a:t>
            </a:r>
            <a:r>
              <a:rPr lang="en-US" sz="2000" b="1" dirty="0"/>
              <a:t>list of detected ingredients</a:t>
            </a:r>
            <a:r>
              <a:rPr lang="en-US" sz="2000" dirty="0"/>
              <a:t> with:</a:t>
            </a:r>
          </a:p>
          <a:p>
            <a:pPr lvl="1"/>
            <a:r>
              <a:rPr lang="en-US" sz="2000" dirty="0"/>
              <a:t>Labels (e.g., tomato, onion, potato).</a:t>
            </a:r>
          </a:p>
          <a:p>
            <a:pPr lvl="1"/>
            <a:r>
              <a:rPr lang="en-US" sz="2000" dirty="0"/>
              <a:t>Confidence scores.</a:t>
            </a:r>
          </a:p>
          <a:p>
            <a:pPr lvl="1"/>
            <a:r>
              <a:rPr lang="en-US" sz="2000" dirty="0"/>
              <a:t>Optional bounding box coordinates.</a:t>
            </a:r>
          </a:p>
          <a:p>
            <a:r>
              <a:rPr lang="en-US" sz="2000" b="1" dirty="0"/>
              <a:t>Input:</a:t>
            </a:r>
            <a:r>
              <a:rPr lang="en-US" sz="2000" dirty="0"/>
              <a:t> Preprocessed image from UI/Input module.</a:t>
            </a:r>
          </a:p>
          <a:p>
            <a:r>
              <a:rPr lang="en-US" sz="2000" b="1" dirty="0"/>
              <a:t>Output:</a:t>
            </a:r>
            <a:r>
              <a:rPr lang="en-US" sz="2000" dirty="0"/>
              <a:t> List of detected ingredients with labels.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DCDC4-72C6-D942-1922-19E057B0D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BE76-7EFC-FFDE-4A35-EFAE5DC5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2AFD-2A94-0074-9914-D0F38984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65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1A7C-A21C-F8F7-A95C-95406AF53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BEBD6-463D-8596-C1F3-78F0227A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AE06-908D-F688-1980-66639047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Recipe Retrieval &amp; Generation Module (CSV + BERT)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Retrieves recipes from a </a:t>
            </a:r>
            <a:r>
              <a:rPr lang="en-US" sz="2000" b="1" dirty="0"/>
              <a:t>CSV dataset</a:t>
            </a:r>
            <a:r>
              <a:rPr lang="en-US" sz="2000" dirty="0"/>
              <a:t> based on the detected ingredients.</a:t>
            </a:r>
          </a:p>
          <a:p>
            <a:r>
              <a:rPr lang="en-US" sz="2000" dirty="0"/>
              <a:t>Filters and ranks recipes for the best matches.</a:t>
            </a:r>
          </a:p>
          <a:p>
            <a:r>
              <a:rPr lang="en-US" sz="2000" dirty="0"/>
              <a:t>Uses </a:t>
            </a:r>
            <a:r>
              <a:rPr lang="en-US" sz="2000" b="1" dirty="0"/>
              <a:t>BERT</a:t>
            </a:r>
            <a:r>
              <a:rPr lang="en-US" sz="2000" dirty="0"/>
              <a:t> to refine recipe instructions:</a:t>
            </a:r>
          </a:p>
          <a:p>
            <a:pPr lvl="1"/>
            <a:r>
              <a:rPr lang="en-US" sz="2000" dirty="0"/>
              <a:t>Makes the instructions coherent and easy to read.</a:t>
            </a:r>
          </a:p>
          <a:p>
            <a:pPr lvl="1"/>
            <a:r>
              <a:rPr lang="en-US" sz="2000" dirty="0"/>
              <a:t>Ensures proper sequencing of steps.</a:t>
            </a:r>
          </a:p>
          <a:p>
            <a:pPr lvl="1"/>
            <a:r>
              <a:rPr lang="en-US" sz="2000" dirty="0"/>
              <a:t>Adjusts ingredient quantities or measurements if necessary.</a:t>
            </a:r>
          </a:p>
          <a:p>
            <a:r>
              <a:rPr lang="en-US" sz="2000" b="1" dirty="0"/>
              <a:t>Input:</a:t>
            </a:r>
            <a:r>
              <a:rPr lang="en-US" sz="2000" dirty="0"/>
              <a:t> Detected ingredient list from YOLO; CSV dataset.</a:t>
            </a:r>
          </a:p>
          <a:p>
            <a:r>
              <a:rPr lang="en-US" sz="2000" b="1" dirty="0"/>
              <a:t>Output:</a:t>
            </a:r>
            <a:r>
              <a:rPr lang="en-US" sz="2000" dirty="0"/>
              <a:t> Refined, human-readable recipe instructions.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9A7A-105C-FC61-6972-57E08B26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F269A-FFE1-97DB-20D6-C33374AD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45CC-285E-84BD-E3B1-570A8182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3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0905-8FD4-8AA5-4219-0E80513B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91F3-3A79-85B6-02F1-FE397C4A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59732-C84D-5CFD-1E44-332FC7CC0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Final Output &amp; Display Module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Presents the </a:t>
            </a:r>
            <a:r>
              <a:rPr lang="en-US" sz="2000" b="1" dirty="0"/>
              <a:t>complete recipe</a:t>
            </a:r>
            <a:r>
              <a:rPr lang="en-US" sz="2000" dirty="0"/>
              <a:t> to the user in an organized format.</a:t>
            </a:r>
          </a:p>
          <a:p>
            <a:r>
              <a:rPr lang="en-US" sz="2000" dirty="0"/>
              <a:t>Includes:</a:t>
            </a:r>
          </a:p>
          <a:p>
            <a:pPr lvl="1"/>
            <a:r>
              <a:rPr lang="en-US" sz="2000" dirty="0"/>
              <a:t>Ingredient list.</a:t>
            </a:r>
          </a:p>
          <a:p>
            <a:pPr lvl="1"/>
            <a:r>
              <a:rPr lang="en-US" sz="2000" dirty="0"/>
              <a:t>Step-by-step cooking instructions.</a:t>
            </a:r>
          </a:p>
          <a:p>
            <a:pPr lvl="1"/>
            <a:r>
              <a:rPr lang="en-US" sz="2000" dirty="0"/>
              <a:t>Optional images or videos for better guidance.</a:t>
            </a:r>
          </a:p>
          <a:p>
            <a:r>
              <a:rPr lang="en-US" sz="2000" dirty="0"/>
              <a:t>Ensures the recipe is </a:t>
            </a:r>
            <a:r>
              <a:rPr lang="en-US" sz="2000" b="1" dirty="0"/>
              <a:t>display-ready</a:t>
            </a:r>
            <a:r>
              <a:rPr lang="en-US" sz="2000" dirty="0"/>
              <a:t> and user-friendly.</a:t>
            </a:r>
          </a:p>
          <a:p>
            <a:r>
              <a:rPr lang="en-US" sz="2000" b="1" dirty="0"/>
              <a:t>Input:</a:t>
            </a:r>
            <a:r>
              <a:rPr lang="en-US" sz="2000" dirty="0"/>
              <a:t> Refined recipe instructions from the Recipe Generation module.</a:t>
            </a:r>
          </a:p>
          <a:p>
            <a:r>
              <a:rPr lang="en-US" sz="2000" b="1" dirty="0"/>
              <a:t>Output:</a:t>
            </a:r>
            <a:r>
              <a:rPr lang="en-US" sz="2000" dirty="0"/>
              <a:t> Display-ready recipe with all details and multimedia elements.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6D56-C196-6A7F-DE65-5AB42F7D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AF693-8222-927D-DCD3-6172422D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4F3D-2FF6-8398-8F59-14996EF6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9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8D71E-7DAA-C587-F75B-77359CC9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4E9F-1C58-0780-C65B-2C105725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Workflow Summary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3D01-BB15-0115-FB87-10550E41A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User uploads or captures an image of ingredients.</a:t>
            </a:r>
          </a:p>
          <a:p>
            <a:r>
              <a:rPr lang="en-US" sz="2000" dirty="0"/>
              <a:t>Image is preprocessed for detection.</a:t>
            </a:r>
          </a:p>
          <a:p>
            <a:r>
              <a:rPr lang="en-US" sz="2000" dirty="0"/>
              <a:t>YOLOv12 detects ingredients and gives a list of labels.</a:t>
            </a:r>
          </a:p>
          <a:p>
            <a:r>
              <a:rPr lang="en-US" sz="2000" dirty="0"/>
              <a:t>Detected ingredients are used to search recipes in the CSV dataset.</a:t>
            </a:r>
          </a:p>
          <a:p>
            <a:r>
              <a:rPr lang="en-US" sz="2000" dirty="0"/>
              <a:t>BERT refines the recipe into clear, step-by-step instructions.</a:t>
            </a:r>
          </a:p>
          <a:p>
            <a:r>
              <a:rPr lang="en-US" sz="2000" dirty="0"/>
              <a:t>Final recipe is displayed with ingredients, steps, and optional images or videos.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5817-8216-D368-4EDE-FAE918BC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Second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0B77-F7C0-6AE3-8C91-FC5A0FA3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DAE15-3F2A-3BFD-DC39-91DAD6BC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94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367C-1562-C538-A60F-AFF89CA8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Architecture Diagram</a:t>
            </a:r>
            <a:endParaRPr lang="en-US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67B0CA6-30B9-57C0-CBAD-D696F7AE7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02229" y="1752600"/>
            <a:ext cx="938076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0FB65-FFFB-B971-8155-453D5271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EAE6-D53C-F823-3695-E3E8FF69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37D1-56B1-E927-5493-761D0CC8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9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A6932A-929E-CD18-2A3A-3648A4DA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29" y="1746251"/>
            <a:ext cx="9380763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91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8DE6-05DB-E9F5-93AF-1BA333BA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4D74-65A3-4C52-24F3-7D4A0161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System Flow Diagram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4122-9C73-8E6A-3C47-FC706A2F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89F43-82D8-0CC9-D912-37569D64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C97B-C6A1-9892-E9D7-1AD8616E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10</a:t>
            </a:fld>
            <a:endParaRPr lang="en-US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968BE7-E77F-0AA7-B07F-6988D17FB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786" y="1752600"/>
            <a:ext cx="869496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0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11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Second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Verdana</vt:lpstr>
      <vt:lpstr>Office Theme</vt:lpstr>
      <vt:lpstr>PowerPoint Presentation</vt:lpstr>
      <vt:lpstr>Problem Statement and Motivation</vt:lpstr>
      <vt:lpstr>Methodology</vt:lpstr>
      <vt:lpstr>List of Modules</vt:lpstr>
      <vt:lpstr>List of Modules</vt:lpstr>
      <vt:lpstr>List of Modules</vt:lpstr>
      <vt:lpstr>List of Modules</vt:lpstr>
      <vt:lpstr>Workflow Summary</vt:lpstr>
      <vt:lpstr>Architecture Diagram</vt:lpstr>
      <vt:lpstr>System Flow Diagram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B</dc:creator>
  <cp:lastModifiedBy>Santhosh B</cp:lastModifiedBy>
  <cp:revision>1</cp:revision>
  <dcterms:created xsi:type="dcterms:W3CDTF">2025-10-22T17:57:01Z</dcterms:created>
  <dcterms:modified xsi:type="dcterms:W3CDTF">2025-10-22T17:57:32Z</dcterms:modified>
</cp:coreProperties>
</file>