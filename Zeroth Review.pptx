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368" r:id="rId4"/>
    <p:sldId id="369" r:id="rId5"/>
    <p:sldId id="370" r:id="rId6"/>
    <p:sldId id="37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7" d="100"/>
          <a:sy n="117" d="100"/>
        </p:scale>
        <p:origin x="3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E05D0-A421-4EF3-8512-AD1148C82550}" type="datetimeFigureOut">
              <a:rPr lang="en-IN" smtClean="0"/>
              <a:t>16-08-2025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1C5D9F-5FDD-4E04-AD07-37773298FBF3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/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en-IN" sz="180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Date Placeholder 2"/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4" name="Footer Placeholder 3"/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Slide Number Placeholder 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8F95DA7-9E0E-467D-A139-0471DC1777CB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C2143B-610F-499C-A392-DFFBE135A7B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5C213C-AC18-4D5A-BA73-4550FF50B84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8ED4EA-E359-45F1-B86A-A40772B25C2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37AD66-1F60-49BE-A2E9-D91D10CB91F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83B680-F650-469F-A231-392F163461F6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537315-F462-4C74-88B4-A900525A3FAA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9B2829-DA13-4801-8FBD-6D5729CB959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0EEF8-84AE-4BCB-9844-5B22523396C9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67E6EB-B6CA-430B-8761-75C737CF7AF1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31276A-AAE7-4DAF-B5DC-CD9EE96B703D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812800" y="1566864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</a:ln>
        </p:spPr>
        <p:txBody>
          <a:bodyPr/>
          <a:lstStyle/>
          <a:p>
            <a:endParaRPr lang="en-IN" sz="1800"/>
          </a:p>
        </p:txBody>
      </p:sp>
      <p:sp>
        <p:nvSpPr>
          <p:cNvPr id="1029" name="Line 5"/>
          <p:cNvSpPr>
            <a:spLocks noChangeShapeType="1"/>
          </p:cNvSpPr>
          <p:nvPr/>
        </p:nvSpPr>
        <p:spPr bwMode="auto">
          <a:xfrm flipV="1">
            <a:off x="812800" y="617220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Zeroth Review</a:t>
            </a: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756AFA5A-A15D-402B-9810-66A481E98194}" type="slidenum">
              <a:rPr lang="en-US" altLang="en-US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anose="020B0604030504040204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88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605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4180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4230" indent="-398780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4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6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8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3030" indent="-398780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 txBox="1"/>
          <p:nvPr/>
        </p:nvSpPr>
        <p:spPr>
          <a:xfrm>
            <a:off x="789712" y="25306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dirty="0">
                <a:solidFill>
                  <a:srgbClr val="7030A0"/>
                </a:solidFill>
                <a:latin typeface="Verdana" panose="020B0604030504040204" pitchFamily="34" charset="0"/>
                <a:ea typeface="+mn-ea"/>
                <a:cs typeface="+mn-cs"/>
              </a:rPr>
              <a:t>Real-Time Ingredient Recognition and Recipe Generator  </a:t>
            </a:r>
          </a:p>
        </p:txBody>
      </p:sp>
      <p:sp>
        <p:nvSpPr>
          <p:cNvPr id="10" name="TextBox 1"/>
          <p:cNvSpPr txBox="1">
            <a:spLocks noChangeArrowheads="1"/>
          </p:cNvSpPr>
          <p:nvPr/>
        </p:nvSpPr>
        <p:spPr bwMode="auto">
          <a:xfrm>
            <a:off x="962888" y="5183902"/>
            <a:ext cx="480109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IN" altLang="en-US" sz="2000" b="1" dirty="0" err="1">
                <a:solidFill>
                  <a:srgbClr val="FF0000"/>
                </a:solidFill>
              </a:rPr>
              <a:t>Mrs.Y.Nirmala</a:t>
            </a:r>
            <a:r>
              <a:rPr lang="en-IN" altLang="en-US" sz="2000" b="1" dirty="0">
                <a:solidFill>
                  <a:srgbClr val="FF0000"/>
                </a:solidFill>
              </a:rPr>
              <a:t> Anandhi </a:t>
            </a:r>
          </a:p>
        </p:txBody>
      </p:sp>
      <p:sp>
        <p:nvSpPr>
          <p:cNvPr id="11" name="TextBox 1"/>
          <p:cNvSpPr txBox="1">
            <a:spLocks noChangeArrowheads="1"/>
          </p:cNvSpPr>
          <p:nvPr/>
        </p:nvSpPr>
        <p:spPr bwMode="auto">
          <a:xfrm>
            <a:off x="7130143" y="5183902"/>
            <a:ext cx="5061857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000" b="1" dirty="0">
                <a:solidFill>
                  <a:srgbClr val="FF0000"/>
                </a:solidFill>
              </a:rPr>
              <a:t>Sanjay B (221801045)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000" b="1" dirty="0">
                <a:solidFill>
                  <a:srgbClr val="FF0000"/>
                </a:solidFill>
              </a:rPr>
              <a:t>Soorya B (221801051)</a:t>
            </a:r>
          </a:p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000" b="1" dirty="0" err="1">
                <a:solidFill>
                  <a:srgbClr val="FF0000"/>
                </a:solidFill>
              </a:rPr>
              <a:t>Thofiq</a:t>
            </a:r>
            <a:r>
              <a:rPr lang="en-IN" altLang="en-US" sz="2000" b="1" dirty="0">
                <a:solidFill>
                  <a:srgbClr val="FF0000"/>
                </a:solidFill>
              </a:rPr>
              <a:t> Gani M (221801057)</a:t>
            </a:r>
          </a:p>
        </p:txBody>
      </p:sp>
      <p:sp>
        <p:nvSpPr>
          <p:cNvPr id="15" name="Title 1"/>
          <p:cNvSpPr txBox="1"/>
          <p:nvPr/>
        </p:nvSpPr>
        <p:spPr>
          <a:xfrm>
            <a:off x="708891" y="1213137"/>
            <a:ext cx="10515600" cy="7224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2800" b="1" dirty="0">
                <a:solidFill>
                  <a:srgbClr val="002060"/>
                </a:solidFill>
                <a:latin typeface="Verdana" panose="020B0604030504040204" pitchFamily="34" charset="0"/>
                <a:ea typeface="+mn-ea"/>
                <a:cs typeface="+mn-cs"/>
              </a:rPr>
              <a:t>Department of</a:t>
            </a:r>
            <a:r>
              <a:rPr lang="en-US" altLang="en-IN" sz="2800" b="1" dirty="0">
                <a:solidFill>
                  <a:srgbClr val="002060"/>
                </a:solidFill>
                <a:latin typeface="Verdana" panose="020B0604030504040204" pitchFamily="34" charset="0"/>
                <a:ea typeface="+mn-ea"/>
                <a:cs typeface="+mn-cs"/>
              </a:rPr>
              <a:t> Artificial Intelligence and Data Science</a:t>
            </a:r>
            <a:r>
              <a:rPr lang="en-IN" sz="2800" b="1" dirty="0">
                <a:solidFill>
                  <a:srgbClr val="002060"/>
                </a:solidFill>
                <a:latin typeface="Verdana" panose="020B0604030504040204" pitchFamily="34" charset="0"/>
                <a:ea typeface="+mn-ea"/>
                <a:cs typeface="+mn-cs"/>
              </a:rPr>
              <a:t> </a:t>
            </a:r>
          </a:p>
        </p:txBody>
      </p:sp>
      <p:pic>
        <p:nvPicPr>
          <p:cNvPr id="8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765" y="149225"/>
            <a:ext cx="2769235" cy="1054100"/>
          </a:xfrm>
          <a:prstGeom prst="rect">
            <a:avLst/>
          </a:prstGeom>
          <a:noFill/>
          <a:ln>
            <a:noFill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200" b="1" dirty="0">
                <a:solidFill>
                  <a:srgbClr val="FF0000"/>
                </a:solidFill>
              </a:rPr>
              <a:t>Problem Statement and Motivation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sz="2000" dirty="0"/>
              <a:t>Manual recipe planning is time-consuming, often leading to food waste due to unused ingredients. Existing apps lack real-time ingredient recognition and dynamic recipe generation, limiting user convenience and efficiency in meal </a:t>
            </a:r>
            <a:r>
              <a:rPr lang="en-US" sz="2000" dirty="0" err="1"/>
              <a:t>preparation.The</a:t>
            </a:r>
            <a:r>
              <a:rPr lang="en-US" sz="2000" dirty="0"/>
              <a:t> </a:t>
            </a:r>
            <a:r>
              <a:rPr lang="en-US" sz="2000" b="1" dirty="0"/>
              <a:t>Motivation</a:t>
            </a:r>
            <a:r>
              <a:rPr lang="en-US" sz="2000" dirty="0"/>
              <a:t> growing need for smart kitchen solutions to minimize food waste, simplify cooking, and assist users in creating meals from available ingredients motivates this project. AI-driven automation can enhance culinary experiences while promoting sustainability.</a:t>
            </a:r>
            <a:endParaRPr lang="en-IN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Zeroth Review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604030504040204" pitchFamily="34" charset="0"/>
                <a:sym typeface="+mn-ea"/>
              </a:rPr>
              <a:t>Artificial Intelligence and Data Science</a:t>
            </a:r>
            <a:endParaRPr lang="en-IN"/>
          </a:p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2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200" b="1" dirty="0">
                <a:solidFill>
                  <a:srgbClr val="FF0000"/>
                </a:solidFill>
              </a:rPr>
              <a:t>Existing System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sz="2000" b="1" dirty="0"/>
              <a:t>Manual Ingredient Input:</a:t>
            </a:r>
            <a:r>
              <a:rPr lang="en-US" sz="2000" dirty="0"/>
              <a:t> Most apps require users to </a:t>
            </a:r>
            <a:r>
              <a:rPr lang="en-US" sz="2000" b="1" dirty="0"/>
              <a:t>type ingredients manually</a:t>
            </a:r>
            <a:r>
              <a:rPr lang="en-US" sz="2000" dirty="0"/>
              <a:t>, which is time-consuming and prone to errors.</a:t>
            </a:r>
          </a:p>
          <a:p>
            <a:pPr algn="just"/>
            <a:r>
              <a:rPr lang="en-US" sz="2000" b="1" dirty="0"/>
              <a:t>No Real-Time Detection:</a:t>
            </a:r>
            <a:r>
              <a:rPr lang="en-US" sz="2000" dirty="0"/>
              <a:t> Lack of </a:t>
            </a:r>
            <a:r>
              <a:rPr lang="en-US" sz="2000" b="1" dirty="0"/>
              <a:t>live camera-based recognition</a:t>
            </a:r>
            <a:r>
              <a:rPr lang="en-US" sz="2000" dirty="0"/>
              <a:t>, forcing users to search recipes separately after checking ingredients.</a:t>
            </a:r>
          </a:p>
          <a:p>
            <a:pPr algn="just"/>
            <a:r>
              <a:rPr lang="en-US" sz="2000" b="1" dirty="0"/>
              <a:t>No AI-Powered Suggestions:</a:t>
            </a:r>
            <a:r>
              <a:rPr lang="en-US" sz="2000" dirty="0"/>
              <a:t> Systems rely on </a:t>
            </a:r>
            <a:r>
              <a:rPr lang="en-US" sz="2000" b="1" dirty="0"/>
              <a:t>keyword matching</a:t>
            </a:r>
            <a:r>
              <a:rPr lang="en-US" sz="2000" dirty="0"/>
              <a:t> instead of smart, context-aware recipe recommendations.</a:t>
            </a:r>
          </a:p>
          <a:p>
            <a:pPr algn="just"/>
            <a:r>
              <a:rPr lang="en-US" sz="2000" b="1" dirty="0"/>
              <a:t>Static Recipe Databases:</a:t>
            </a:r>
            <a:r>
              <a:rPr lang="en-US" sz="2000" dirty="0"/>
              <a:t> Recipes are </a:t>
            </a:r>
            <a:r>
              <a:rPr lang="en-US" sz="2000" b="1" dirty="0"/>
              <a:t>pre-defined</a:t>
            </a:r>
            <a:r>
              <a:rPr lang="en-US" sz="2000" dirty="0"/>
              <a:t>, not dynamically generated based on detected ingredients, limiting flexibility.</a:t>
            </a:r>
          </a:p>
          <a:p>
            <a:pPr algn="just"/>
            <a:r>
              <a:rPr lang="en-US" sz="2000" b="1" dirty="0"/>
              <a:t>No Waste Reduction Focus:</a:t>
            </a:r>
            <a:r>
              <a:rPr lang="en-US" sz="2000" dirty="0"/>
              <a:t> Most platforms don’t prioritize </a:t>
            </a:r>
            <a:r>
              <a:rPr lang="en-US" sz="2000" b="1" dirty="0"/>
              <a:t>expiring or leftover ingredients</a:t>
            </a:r>
            <a:r>
              <a:rPr lang="en-US" sz="2000" dirty="0"/>
              <a:t>, missing sustainability opportunities.</a:t>
            </a:r>
          </a:p>
          <a:p>
            <a:pPr algn="just"/>
            <a:endParaRPr lang="en-US" sz="2000" dirty="0"/>
          </a:p>
          <a:p>
            <a:pPr algn="just"/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Zeroth Review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>
                <a:sym typeface="+mn-ea"/>
              </a:rPr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604030504040204" pitchFamily="34" charset="0"/>
                <a:sym typeface="+mn-ea"/>
              </a:rPr>
              <a:t>Artificial Intelligence and Data Science</a:t>
            </a:r>
            <a:endParaRPr lang="en-IN"/>
          </a:p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3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200" b="1" dirty="0">
                <a:solidFill>
                  <a:srgbClr val="FF0000"/>
                </a:solidFill>
              </a:rPr>
              <a:t>Objectives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US" sz="2000" dirty="0"/>
              <a:t>The objective of this project is to develop an AI-driven system that combines </a:t>
            </a:r>
            <a:r>
              <a:rPr lang="en-US" sz="2000" b="1" dirty="0"/>
              <a:t>real-time ingredient detection </a:t>
            </a:r>
            <a:r>
              <a:rPr lang="en-US" sz="2000" dirty="0"/>
              <a:t>with </a:t>
            </a:r>
            <a:r>
              <a:rPr lang="en-US" sz="2000" b="1" dirty="0"/>
              <a:t>AI-powered recipe generation</a:t>
            </a:r>
            <a:r>
              <a:rPr lang="en-US" sz="2000" dirty="0"/>
              <a:t> to instantly recognize food items from images or live camera feeds and generate personalized recipes based on available ingredients, user preferences, and dietary restrictions. This system aims to </a:t>
            </a:r>
            <a:r>
              <a:rPr lang="en-US" sz="2000" b="1" dirty="0"/>
              <a:t>simplify meal planning, reduce food waste by suggesting recipes for unused ingredients, and enhance cooking efficiency</a:t>
            </a:r>
            <a:r>
              <a:rPr lang="en-US" sz="2000" dirty="0"/>
              <a:t>—providing a smart, sustainable solution for home cooks, busy professionals, and environmentally conscious users while promoting resource optimization in kitchens..</a:t>
            </a:r>
            <a:endParaRPr lang="en-IN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Zeroth Review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604030504040204" pitchFamily="34" charset="0"/>
                <a:sym typeface="+mn-ea"/>
              </a:rPr>
              <a:t>Artificial Intelligence and Data Science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4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200" b="1" dirty="0">
                <a:solidFill>
                  <a:srgbClr val="FF0000"/>
                </a:solidFill>
              </a:rPr>
              <a:t>Abstract</a:t>
            </a:r>
            <a:endParaRPr lang="en-IN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just">
              <a:buClr>
                <a:srgbClr val="CC0000"/>
              </a:buClr>
              <a:buNone/>
              <a:defRPr/>
            </a:pPr>
            <a:r>
              <a:rPr lang="en-US" sz="2000" dirty="0"/>
              <a:t>This project proposes a real-time ingredient recognition and recipe generation system using AI-powered object detection and natural language processing. By leveraging computer vision (e.g., SSD or CNN-based models), the system identifies ingredients from images or live camera feeds, then generates personalized recipes using a language model (e.g., GPT or LLAMA). The solution aims to reduce food waste, assist in meal planning, and enhance cooking efficiency by providing instant recipe suggestions based on available ingredients.</a:t>
            </a:r>
            <a:endParaRPr lang="en-IN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Zeroth Review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604030504040204" pitchFamily="34" charset="0"/>
                <a:sym typeface="+mn-ea"/>
              </a:rPr>
              <a:t>Artificial Intelligence and Data Science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B9ECBD-B4DD-40D5-8D24-9ECCDBB1583E}" type="slidenum">
              <a:rPr lang="en-IN" smtClean="0"/>
              <a:t>5</a:t>
            </a:fld>
            <a:endParaRPr lang="en-IN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3168074"/>
            <a:ext cx="10668000" cy="1216025"/>
          </a:xfrm>
        </p:spPr>
        <p:txBody>
          <a:bodyPr anchor="ctr"/>
          <a:lstStyle/>
          <a:p>
            <a:pPr algn="ctr"/>
            <a:r>
              <a:rPr lang="en-IN" altLang="en-US" sz="4000" b="1" dirty="0">
                <a:solidFill>
                  <a:srgbClr val="FF0000"/>
                </a:solidFill>
              </a:rPr>
              <a:t>Thank You</a:t>
            </a:r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sym typeface="+mn-ea"/>
              </a:rPr>
              <a:t>Department of </a:t>
            </a:r>
            <a:r>
              <a:rPr lang="en-US" altLang="en-IN" dirty="0">
                <a:solidFill>
                  <a:srgbClr val="002060"/>
                </a:solidFill>
                <a:latin typeface="Verdana" panose="020B0604030504040204" pitchFamily="34" charset="0"/>
                <a:sym typeface="+mn-ea"/>
              </a:rPr>
              <a:t>Artificial Intelligence and Data Science</a:t>
            </a:r>
            <a:endParaRPr lang="en-IN"/>
          </a:p>
          <a:p>
            <a:pPr>
              <a:defRPr/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583B680-F650-469F-A231-392F163461F6}" type="slidenum">
              <a:rPr lang="en-US" altLang="en-US" smtClean="0"/>
              <a:t>6</a:t>
            </a:fld>
            <a:endParaRPr lang="en-US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Zeroth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2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3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4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5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448</Words>
  <Application>Microsoft Office PowerPoint</Application>
  <PresentationFormat>Widescreen</PresentationFormat>
  <Paragraphs>37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Calibri</vt:lpstr>
      <vt:lpstr>Verdana</vt:lpstr>
      <vt:lpstr>Wingdings</vt:lpstr>
      <vt:lpstr>Profile</vt:lpstr>
      <vt:lpstr>PowerPoint Presentation</vt:lpstr>
      <vt:lpstr>Problem Statement and Motivation</vt:lpstr>
      <vt:lpstr>Existing System</vt:lpstr>
      <vt:lpstr>Objectives</vt:lpstr>
      <vt:lpstr>Abstract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DURAI MURUGAN N</dc:creator>
  <cp:lastModifiedBy>Santhosh B</cp:lastModifiedBy>
  <cp:revision>7</cp:revision>
  <dcterms:created xsi:type="dcterms:W3CDTF">2025-07-29T03:52:08Z</dcterms:created>
  <dcterms:modified xsi:type="dcterms:W3CDTF">2025-08-16T14:42:14Z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1033-5.0.0.7908</vt:lpwstr>
  </property>
</Properties>
</file>